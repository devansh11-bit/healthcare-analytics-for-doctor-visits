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2"/>
  </p:notesMasterIdLst>
  <p:handoutMasterIdLst>
    <p:handoutMasterId r:id="rId13"/>
  </p:handoutMasterIdLst>
  <p:sldIdLst>
    <p:sldId id="338" r:id="rId5"/>
    <p:sldId id="327" r:id="rId6"/>
    <p:sldId id="315" r:id="rId7"/>
    <p:sldId id="329" r:id="rId8"/>
    <p:sldId id="302" r:id="rId9"/>
    <p:sldId id="339" r:id="rId10"/>
    <p:sldId id="30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92" d="100"/>
          <a:sy n="92" d="100"/>
        </p:scale>
        <p:origin x="240" y="-19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normAutofit fontScale="85000" lnSpcReduction="20000"/>
          </a:bodyPr>
          <a:lstStyle/>
          <a:p>
            <a:pPr algn="r"/>
            <a:r>
              <a:rPr lang="en-US" b="0" dirty="0">
                <a:solidFill>
                  <a:schemeClr val="tx1"/>
                </a:solidFill>
              </a:rPr>
              <a:t>NAME: Devansh Soni</a:t>
            </a:r>
          </a:p>
          <a:p>
            <a:pPr algn="r"/>
            <a:r>
              <a:rPr lang="en-IN" b="0" dirty="0">
                <a:solidFill>
                  <a:schemeClr val="tx1"/>
                </a:solidFill>
              </a:rPr>
              <a:t>AICTE ID: STU6a01840a64cfc1778484234</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743448"/>
          </a:xfrm>
        </p:spPr>
        <p:txBody>
          <a:bodyPr>
            <a:normAutofit fontScale="90000"/>
          </a:bodyPr>
          <a:lstStyle/>
          <a:p>
            <a:r>
              <a:rPr lang="en-GB" sz="3200" dirty="0"/>
              <a:t>Project Title – </a:t>
            </a:r>
            <a:br>
              <a:rPr lang="en-GB" sz="3200" dirty="0"/>
            </a:br>
            <a:r>
              <a:rPr lang="en-IN" sz="3200" dirty="0"/>
              <a:t>Healthcare Analytics for Doctor Visits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62500" lnSpcReduction="20000"/>
          </a:bodyPr>
          <a:lstStyle/>
          <a:p>
            <a:pPr marL="0" indent="0">
              <a:buNone/>
            </a:pPr>
            <a:endParaRPr lang="en-IN" sz="2800" b="1" dirty="0"/>
          </a:p>
          <a:p>
            <a:r>
              <a:rPr lang="en-IN" sz="2800" dirty="0"/>
              <a:t>People may visit doctors at different frequencies depending on their health conditions, illness, age, income, activity limitations, and chronic health conditions.</a:t>
            </a:r>
          </a:p>
          <a:p>
            <a:r>
              <a:rPr lang="en-IN" sz="2800" dirty="0"/>
              <a:t>The objective of this project is to </a:t>
            </a:r>
            <a:r>
              <a:rPr lang="en-IN" sz="2800" dirty="0" err="1"/>
              <a:t>analyze</a:t>
            </a:r>
            <a:r>
              <a:rPr lang="en-IN" sz="2800" dirty="0"/>
              <a:t> the healthcare dataset and identify patterns associated with the number of doctor visits. The analysis will examine factors such as health condition, illness, socioeconomic background, healthcare support, and chronic conditions to understand how they relate to healthcare utilization.</a:t>
            </a:r>
          </a:p>
          <a:p>
            <a:r>
              <a:rPr lang="en-IN" sz="2800" dirty="0"/>
              <a:t>The project aims to answer the key question: </a:t>
            </a:r>
            <a:r>
              <a:rPr lang="en-IN" sz="2800" b="1" dirty="0"/>
              <a:t>Why do some people visit a doctor more often than others?</a:t>
            </a:r>
            <a:endParaRPr lang="en-IN" sz="2800" dirty="0"/>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9043438" cy="830997"/>
          </a:xfrm>
        </p:spPr>
        <p:txBody>
          <a:bodyPr>
            <a:normAutofit fontScale="90000"/>
          </a:bodyPr>
          <a:lstStyle/>
          <a:p>
            <a:r>
              <a:rPr lang="en-US" dirty="0"/>
              <a:t>Project Description:</a:t>
            </a:r>
            <a:br>
              <a:rPr lang="en-US" dirty="0"/>
            </a:br>
            <a:br>
              <a:rPr lang="en-IN" sz="2700" dirty="0"/>
            </a:br>
            <a:r>
              <a:rPr lang="en-IN" sz="2400" dirty="0"/>
              <a:t>Healthcare Analytics for Doctor Visits is a data analytics project focused on understanding patterns in healthcare utilization. The dataset contains 5,190 records and 13 columns, including age, gender, income, illness, health condition, reduced activity, healthcare support, and chronic conditions. The project </a:t>
            </a:r>
            <a:r>
              <a:rPr lang="en-IN" sz="2400" dirty="0" err="1"/>
              <a:t>analyzes</a:t>
            </a:r>
            <a:r>
              <a:rPr lang="en-IN" sz="2400" dirty="0"/>
              <a:t> these factors to identify patterns associated with the number of doctor visits. Data preprocessing, exploratory analysis, statistical methods, and visualizations are used to examine relationships within the dataset. The analysis aims to understand why some individuals visit doctors more often than others and provides a data-driven understanding of healthcare utilization patterns.</a:t>
            </a:r>
            <a:br>
              <a:rPr lang="en-IN" sz="2400" dirty="0"/>
            </a:br>
            <a:endParaRPr lang="en-IN" sz="24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pPr lvl="0"/>
            <a:r>
              <a:rPr lang="en-IN" sz="3600" b="1" dirty="0"/>
              <a:t>Healthcare Administrators</a:t>
            </a:r>
            <a:r>
              <a:rPr lang="en-IN" sz="3600" dirty="0"/>
              <a:t> – To understand patterns in doctor visits and healthcare utilization.</a:t>
            </a:r>
          </a:p>
          <a:p>
            <a:pPr lvl="0"/>
            <a:r>
              <a:rPr lang="en-IN" sz="3600" b="1" dirty="0"/>
              <a:t>Doctors &amp; Healthcare Professionals</a:t>
            </a:r>
            <a:r>
              <a:rPr lang="en-IN" sz="3600" dirty="0"/>
              <a:t> – To understand how health conditions and illnesses are associated with doctor visits.</a:t>
            </a:r>
          </a:p>
          <a:p>
            <a:pPr lvl="0"/>
            <a:r>
              <a:rPr lang="en-IN" sz="3600" b="1" dirty="0"/>
              <a:t>Healthcare Organizations</a:t>
            </a:r>
            <a:r>
              <a:rPr lang="en-IN" sz="3600" dirty="0"/>
              <a:t> – To </a:t>
            </a:r>
            <a:r>
              <a:rPr lang="en-IN" sz="3600" dirty="0" err="1"/>
              <a:t>analyze</a:t>
            </a:r>
            <a:r>
              <a:rPr lang="en-IN" sz="3600" dirty="0"/>
              <a:t> healthcare usage patterns and support planning.</a:t>
            </a:r>
          </a:p>
          <a:p>
            <a:pPr lvl="0"/>
            <a:r>
              <a:rPr lang="en-IN" sz="3600" b="1" dirty="0"/>
              <a:t>Researchers &amp; Data Analysts</a:t>
            </a:r>
            <a:r>
              <a:rPr lang="en-IN" sz="3600" dirty="0"/>
              <a:t> – To study relationships between demographic, financial, and health-related factors.</a:t>
            </a:r>
          </a:p>
          <a:p>
            <a:pPr lvl="0"/>
            <a:r>
              <a:rPr lang="en-IN" sz="3600" b="1" dirty="0"/>
              <a:t>Students &amp; Academics</a:t>
            </a:r>
            <a:r>
              <a:rPr lang="en-IN" sz="3600" dirty="0"/>
              <a:t> – To learn and demonstrate how healthcare data can be </a:t>
            </a:r>
            <a:r>
              <a:rPr lang="en-IN" sz="3600" dirty="0" err="1"/>
              <a:t>analyzed</a:t>
            </a:r>
            <a:r>
              <a:rPr lang="en-IN" sz="3600" dirty="0"/>
              <a:t> using data analytics and visualization.</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fontScale="92500" lnSpcReduction="20000"/>
          </a:bodyPr>
          <a:lstStyle/>
          <a:p>
            <a:pPr lvl="0"/>
            <a:r>
              <a:rPr lang="en-IN" b="1" dirty="0"/>
              <a:t>Python</a:t>
            </a:r>
            <a:r>
              <a:rPr lang="en-IN" dirty="0"/>
              <a:t> – Main programming language used for data analysis.</a:t>
            </a:r>
          </a:p>
          <a:p>
            <a:pPr lvl="0"/>
            <a:r>
              <a:rPr lang="en-IN" b="1" dirty="0"/>
              <a:t>Pandas</a:t>
            </a:r>
            <a:r>
              <a:rPr lang="en-IN" dirty="0"/>
              <a:t> – Used for data loading, cleaning, manipulation, grouping, and statistical analysis.</a:t>
            </a:r>
          </a:p>
          <a:p>
            <a:pPr lvl="0"/>
            <a:r>
              <a:rPr lang="en-IN" b="1" dirty="0"/>
              <a:t>NumPy</a:t>
            </a:r>
            <a:r>
              <a:rPr lang="en-IN" dirty="0"/>
              <a:t> – Used for numerical operations and data processing.</a:t>
            </a:r>
          </a:p>
          <a:p>
            <a:pPr lvl="0"/>
            <a:r>
              <a:rPr lang="en-IN" b="1" dirty="0"/>
              <a:t>Matplotlib</a:t>
            </a:r>
            <a:r>
              <a:rPr lang="en-IN" dirty="0"/>
              <a:t> – Used to create data visualizations and charts.</a:t>
            </a:r>
          </a:p>
          <a:p>
            <a:pPr lvl="0"/>
            <a:r>
              <a:rPr lang="en-IN" b="1" dirty="0"/>
              <a:t>Seaborn</a:t>
            </a:r>
            <a:r>
              <a:rPr lang="en-IN" dirty="0"/>
              <a:t> – Used for statistical visualizations such as bar plots, box plots, scatter plots, and heatmaps.</a:t>
            </a:r>
          </a:p>
          <a:p>
            <a:pPr lvl="0"/>
            <a:r>
              <a:rPr lang="en-IN" b="1" dirty="0"/>
              <a:t>Jupyter Notebook</a:t>
            </a:r>
            <a:r>
              <a:rPr lang="en-IN" dirty="0"/>
              <a:t> – Used as the development environment for performing and documenting the analysis.</a:t>
            </a:r>
          </a:p>
          <a:p>
            <a:pPr lvl="0"/>
            <a:r>
              <a:rPr lang="en-IN" b="1" dirty="0"/>
              <a:t>CSV Dataset</a:t>
            </a:r>
            <a:r>
              <a:rPr lang="en-IN" dirty="0"/>
              <a:t> – Used as the primary data source containing 5,190 healthcare records and 13 columns. </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pic>
        <p:nvPicPr>
          <p:cNvPr id="31" name="Picture 30" descr="result_1.png"/>
          <p:cNvPicPr>
            <a:picLocks noChangeAspect="1"/>
          </p:cNvPicPr>
          <p:nvPr/>
        </p:nvPicPr>
        <p:blipFill>
          <a:blip r:embed="rId3"/>
          <a:stretch>
            <a:fillRect/>
          </a:stretch>
        </p:blipFill>
        <p:spPr>
          <a:xfrm>
            <a:off x="551590" y="1234440"/>
            <a:ext cx="3398715" cy="2272284"/>
          </a:xfrm>
          <a:prstGeom prst="rect">
            <a:avLst/>
          </a:prstGeom>
        </p:spPr>
      </p:pic>
      <p:pic>
        <p:nvPicPr>
          <p:cNvPr id="32" name="Picture 31" descr="result_2.png"/>
          <p:cNvPicPr>
            <a:picLocks noChangeAspect="1"/>
          </p:cNvPicPr>
          <p:nvPr/>
        </p:nvPicPr>
        <p:blipFill>
          <a:blip r:embed="rId4"/>
          <a:stretch>
            <a:fillRect/>
          </a:stretch>
        </p:blipFill>
        <p:spPr>
          <a:xfrm>
            <a:off x="4424250" y="1234440"/>
            <a:ext cx="3340451" cy="2272284"/>
          </a:xfrm>
          <a:prstGeom prst="rect">
            <a:avLst/>
          </a:prstGeom>
        </p:spPr>
      </p:pic>
      <p:pic>
        <p:nvPicPr>
          <p:cNvPr id="33" name="Picture 32" descr="result_3.png"/>
          <p:cNvPicPr>
            <a:picLocks noChangeAspect="1"/>
          </p:cNvPicPr>
          <p:nvPr/>
        </p:nvPicPr>
        <p:blipFill>
          <a:blip r:embed="rId5"/>
          <a:stretch>
            <a:fillRect/>
          </a:stretch>
        </p:blipFill>
        <p:spPr>
          <a:xfrm>
            <a:off x="8098536" y="1246729"/>
            <a:ext cx="3678936" cy="2247705"/>
          </a:xfrm>
          <a:prstGeom prst="rect">
            <a:avLst/>
          </a:prstGeom>
        </p:spPr>
      </p:pic>
      <p:pic>
        <p:nvPicPr>
          <p:cNvPr id="34" name="Picture 33" descr="result_4.png"/>
          <p:cNvPicPr>
            <a:picLocks noChangeAspect="1"/>
          </p:cNvPicPr>
          <p:nvPr/>
        </p:nvPicPr>
        <p:blipFill>
          <a:blip r:embed="rId6"/>
          <a:stretch>
            <a:fillRect/>
          </a:stretch>
        </p:blipFill>
        <p:spPr>
          <a:xfrm>
            <a:off x="767651" y="3671316"/>
            <a:ext cx="2966593" cy="2272284"/>
          </a:xfrm>
          <a:prstGeom prst="rect">
            <a:avLst/>
          </a:prstGeom>
        </p:spPr>
      </p:pic>
      <p:pic>
        <p:nvPicPr>
          <p:cNvPr id="35" name="Picture 34" descr="result_5.png"/>
          <p:cNvPicPr>
            <a:picLocks noChangeAspect="1"/>
          </p:cNvPicPr>
          <p:nvPr/>
        </p:nvPicPr>
        <p:blipFill>
          <a:blip r:embed="rId7"/>
          <a:stretch>
            <a:fillRect/>
          </a:stretch>
        </p:blipFill>
        <p:spPr>
          <a:xfrm>
            <a:off x="4775572" y="3671316"/>
            <a:ext cx="2637808" cy="2272284"/>
          </a:xfrm>
          <a:prstGeom prst="rect">
            <a:avLst/>
          </a:prstGeom>
        </p:spPr>
      </p:pic>
      <p:pic>
        <p:nvPicPr>
          <p:cNvPr id="36" name="Picture 35" descr="result_6.png"/>
          <p:cNvPicPr>
            <a:picLocks noChangeAspect="1"/>
          </p:cNvPicPr>
          <p:nvPr/>
        </p:nvPicPr>
        <p:blipFill>
          <a:blip r:embed="rId8"/>
          <a:stretch>
            <a:fillRect/>
          </a:stretch>
        </p:blipFill>
        <p:spPr>
          <a:xfrm>
            <a:off x="8203563" y="3671316"/>
            <a:ext cx="3468881" cy="2272284"/>
          </a:xfrm>
          <a:prstGeom prst="rect">
            <a:avLst/>
          </a:prstGeom>
        </p:spPr>
      </p:pic>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486118" y="3356003"/>
            <a:ext cx="7219763" cy="344312"/>
          </a:xfrm>
        </p:spPr>
        <p:txBody>
          <a:bodyPr>
            <a:noAutofit/>
          </a:bodyPr>
          <a:lstStyle/>
          <a:p>
            <a:r>
              <a:rPr lang="en-IN" sz="1200" dirty="0"/>
              <a:t>GITHUB REPO LINK:  https://github.com/devansh11-bit/healthcare-analytics-for-doctor-visits.git</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purl.org/dc/dcmitype/"/>
    <ds:schemaRef ds:uri="http://purl.org/dc/terms/"/>
    <ds:schemaRef ds:uri="http://schemas.microsoft.com/office/2006/documentManagement/types"/>
    <ds:schemaRef ds:uri="http://purl.org/dc/elements/1.1/"/>
    <ds:schemaRef ds:uri="http://www.w3.org/XML/1998/namespace"/>
    <ds:schemaRef ds:uri="http://schemas.microsoft.com/office/2006/metadata/properties"/>
    <ds:schemaRef ds:uri="16c05727-aa75-4e4a-9b5f-8a80a1165891"/>
    <ds:schemaRef ds:uri="http://schemas.microsoft.com/office/infopath/2007/PartnerControls"/>
    <ds:schemaRef ds:uri="http://schemas.openxmlformats.org/package/2006/metadata/core-propertie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584</TotalTime>
  <Words>442</Words>
  <Application>Microsoft Office PowerPoint</Application>
  <PresentationFormat>Widescreen</PresentationFormat>
  <Paragraphs>29</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Trebuchet MS</vt:lpstr>
      <vt:lpstr>Wingdings</vt:lpstr>
      <vt:lpstr>Wingdings 3</vt:lpstr>
      <vt:lpstr>Facet</vt:lpstr>
      <vt:lpstr>Project Title –  Healthcare Analytics for Doctor Visits</vt:lpstr>
      <vt:lpstr>PROBLEM  STATEMENT</vt:lpstr>
      <vt:lpstr>Project Description:  Healthcare Analytics for Doctor Visits is a data analytics project focused on understanding patterns in healthcare utilization. The dataset contains 5,190 records and 13 columns, including age, gender, income, illness, health condition, reduced activity, healthcare support, and chronic conditions. The project analyzes these factors to identify patterns associated with the number of doctor visits. Data preprocessing, exploratory analysis, statistical methods, and visualizations are used to examine relationships within the dataset. The analysis aims to understand why some individuals visit doctors more often than others and provides a data-driven understanding of healthcare utilization patterns. </vt:lpstr>
      <vt:lpstr>WHO ARE THE END USERS?</vt:lpstr>
      <vt:lpstr>Technology Used</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Devansh Soni</cp:lastModifiedBy>
  <cp:revision>75</cp:revision>
  <dcterms:created xsi:type="dcterms:W3CDTF">2021-07-11T13:13:15Z</dcterms:created>
  <dcterms:modified xsi:type="dcterms:W3CDTF">2026-10-03T18:19:03Z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